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60" r:id="rId3"/>
    <p:sldId id="258" r:id="rId4"/>
    <p:sldId id="261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885EE-A10F-4C6F-9FDD-3A650746464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BD094-4674-49AE-B4E6-BBF206D0B43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690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885EE-A10F-4C6F-9FDD-3A650746464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BD094-4674-49AE-B4E6-BBF206D0B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093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885EE-A10F-4C6F-9FDD-3A650746464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BD094-4674-49AE-B4E6-BBF206D0B43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379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885EE-A10F-4C6F-9FDD-3A650746464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BD094-4674-49AE-B4E6-BBF206D0B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706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885EE-A10F-4C6F-9FDD-3A650746464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BD094-4674-49AE-B4E6-BBF206D0B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908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885EE-A10F-4C6F-9FDD-3A650746464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BD094-4674-49AE-B4E6-BBF206D0B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585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885EE-A10F-4C6F-9FDD-3A650746464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BD094-4674-49AE-B4E6-BBF206D0B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390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0885EE-A10F-4C6F-9FDD-3A650746464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61BD094-4674-49AE-B4E6-BBF206D0B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658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885EE-A10F-4C6F-9FDD-3A650746464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BD094-4674-49AE-B4E6-BBF206D0B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929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885EE-A10F-4C6F-9FDD-3A650746464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BD094-4674-49AE-B4E6-BBF206D0B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811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885EE-A10F-4C6F-9FDD-3A650746464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BD094-4674-49AE-B4E6-BBF206D0B4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2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0885EE-A10F-4C6F-9FDD-3A650746464F}" type="datetimeFigureOut">
              <a:rPr lang="en-IN" smtClean="0"/>
              <a:t>19-04-2023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61BD094-4674-49AE-B4E6-BBF206D0B43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976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5F3D9-8CDE-4658-A23F-A7BFBCA25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680" y="2876"/>
            <a:ext cx="9418320" cy="4041648"/>
          </a:xfrm>
        </p:spPr>
        <p:txBody>
          <a:bodyPr/>
          <a:lstStyle/>
          <a:p>
            <a:r>
              <a:rPr lang="en-US" dirty="0"/>
              <a:t>Online Logbook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004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0CAC9-49DB-419F-9401-B2B6A7F65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497" y="906397"/>
            <a:ext cx="9631444" cy="796679"/>
          </a:xfrm>
        </p:spPr>
        <p:txBody>
          <a:bodyPr>
            <a:normAutofit/>
          </a:bodyPr>
          <a:lstStyle/>
          <a:p>
            <a:r>
              <a:rPr lang="en-US" sz="4000" dirty="0"/>
              <a:t>Problem Statement</a:t>
            </a:r>
            <a:endParaRPr lang="en-IN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D801A-C04A-F62D-78A8-33D0518AB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4877" y="1382565"/>
            <a:ext cx="10502245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endParaRPr lang="en-US" sz="2000" b="1" dirty="0">
              <a:latin typeface="Calibri "/>
              <a:ea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effectLst/>
                <a:latin typeface="Calibri "/>
                <a:ea typeface="Times New Roman" panose="02020603050405020304" pitchFamily="18" charset="0"/>
              </a:rPr>
              <a:t>The current offline process of maintaining handwritten logbooks for documenting and reporting project progress is time-consuming, error-prone, and lacks standardization. This process also makes it difficult for guides to monitor progress, leading to delays in providing feedback and project completion. Therefore, there is a need for an online logbook platform that can automate the process, improve efficiency, reduce errors, and facilitate effective communication between students and their guides. This platform should be user-friendly, accessible to students from various disciplines, and provide an efficient way for guides to monitor their students' progress.</a:t>
            </a:r>
            <a:endParaRPr lang="en-IN" sz="2000" dirty="0">
              <a:effectLst/>
              <a:latin typeface="Calibri 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dirty="0">
              <a:latin typeface="Calibri "/>
            </a:endParaRPr>
          </a:p>
        </p:txBody>
      </p:sp>
    </p:spTree>
    <p:extLst>
      <p:ext uri="{BB962C8B-B14F-4D97-AF65-F5344CB8AC3E}">
        <p14:creationId xmlns:p14="http://schemas.microsoft.com/office/powerpoint/2010/main" val="2815221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8F9F4-BBE4-4208-A6C1-D3FD5B6EB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311" y="988612"/>
            <a:ext cx="8911687" cy="717639"/>
          </a:xfrm>
        </p:spPr>
        <p:txBody>
          <a:bodyPr>
            <a:normAutofit fontScale="90000"/>
          </a:bodyPr>
          <a:lstStyle/>
          <a:p>
            <a:r>
              <a:rPr lang="en-US" dirty="0"/>
              <a:t>Features: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80763-0982-4693-B0DF-097CDC260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311" y="1911284"/>
            <a:ext cx="7420215" cy="3035431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Login Through Diary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Student can add logs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Guide add groups and view their logs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Guide can review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Project Coordinator View all groups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Generate logbook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Admin have full access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0970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EE3A7-CDDB-4902-9DEC-145676AC3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265" y="1021153"/>
            <a:ext cx="9692640" cy="675672"/>
          </a:xfrm>
        </p:spPr>
        <p:txBody>
          <a:bodyPr>
            <a:normAutofit fontScale="90000"/>
          </a:bodyPr>
          <a:lstStyle/>
          <a:p>
            <a:r>
              <a:rPr lang="en-IN" dirty="0"/>
              <a:t>Objective &amp; Scope	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841FD-73F8-1676-0062-206EB7B5B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3765" y="1948174"/>
            <a:ext cx="1059894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 Easy Maintenance of Logs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 Timely submission of logs by students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 Coordination among guide and student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 Weekly progress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 Less handwritten work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 Less chances of error and easy </a:t>
            </a:r>
            <a:r>
              <a:rPr lang="en-US" sz="2000" dirty="0" err="1"/>
              <a:t>updation</a:t>
            </a:r>
            <a:endParaRPr 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 Archives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52501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A857A-C710-42B4-A00E-68D89FCB4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555" y="1035096"/>
            <a:ext cx="9497852" cy="691862"/>
          </a:xfrm>
        </p:spPr>
        <p:txBody>
          <a:bodyPr>
            <a:normAutofit fontScale="90000"/>
          </a:bodyPr>
          <a:lstStyle/>
          <a:p>
            <a:r>
              <a:rPr lang="en-IN" dirty="0"/>
              <a:t>Cloud Services Used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1EF367E-19A7-41DC-90BD-BD92332E9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1714" y="1936551"/>
            <a:ext cx="9497852" cy="39740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ffectLst/>
                <a:latin typeface="Calibri "/>
                <a:ea typeface="Times New Roman" panose="02020603050405020304" pitchFamily="18" charset="0"/>
              </a:rPr>
              <a:t>Google Cloud Platform (GCP)</a:t>
            </a:r>
            <a:endParaRPr lang="en-IN" sz="2000" dirty="0">
              <a:effectLst/>
              <a:latin typeface="Calibri "/>
              <a:ea typeface="Times New Roman" panose="02020603050405020304" pitchFamily="18" charset="0"/>
            </a:endParaRPr>
          </a:p>
          <a:p>
            <a:r>
              <a:rPr lang="en-US" sz="2000" dirty="0">
                <a:effectLst/>
                <a:latin typeface="Calibri "/>
                <a:ea typeface="Times New Roman" panose="02020603050405020304" pitchFamily="18" charset="0"/>
              </a:rPr>
              <a:t>IAM Users</a:t>
            </a:r>
            <a:endParaRPr lang="en-IN" sz="2000" dirty="0">
              <a:latin typeface="Calibri "/>
              <a:ea typeface="Times New Roman" panose="02020603050405020304" pitchFamily="18" charset="0"/>
            </a:endParaRPr>
          </a:p>
          <a:p>
            <a:r>
              <a:rPr lang="en-US" sz="2000" dirty="0">
                <a:effectLst/>
                <a:latin typeface="Calibri "/>
                <a:ea typeface="Times New Roman" panose="02020603050405020304" pitchFamily="18" charset="0"/>
              </a:rPr>
              <a:t>Cloud SQL</a:t>
            </a:r>
          </a:p>
          <a:p>
            <a:r>
              <a:rPr lang="en-US" sz="2000" dirty="0">
                <a:effectLst/>
                <a:latin typeface="Calibri "/>
                <a:ea typeface="Times New Roman" panose="02020603050405020304" pitchFamily="18" charset="0"/>
              </a:rPr>
              <a:t>EC2 Instance</a:t>
            </a:r>
          </a:p>
          <a:p>
            <a:r>
              <a:rPr lang="en-US" sz="2000" dirty="0">
                <a:effectLst/>
                <a:latin typeface="Calibri "/>
                <a:ea typeface="Times New Roman" panose="02020603050405020304" pitchFamily="18" charset="0"/>
              </a:rPr>
              <a:t>GCP as PaaS</a:t>
            </a:r>
            <a:endParaRPr lang="en-IN" sz="2000" dirty="0">
              <a:effectLst/>
              <a:latin typeface="Calibri 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41016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</TotalTime>
  <Words>203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</vt:lpstr>
      <vt:lpstr>Calibri Light</vt:lpstr>
      <vt:lpstr>Wingdings</vt:lpstr>
      <vt:lpstr>Retrospect</vt:lpstr>
      <vt:lpstr>Online Logbook</vt:lpstr>
      <vt:lpstr>Problem Statement</vt:lpstr>
      <vt:lpstr>Features:</vt:lpstr>
      <vt:lpstr>Objective &amp; Scope </vt:lpstr>
      <vt:lpstr>Cloud Services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Logbook</dc:title>
  <dc:creator>vandan</dc:creator>
  <cp:lastModifiedBy>vandan</cp:lastModifiedBy>
  <cp:revision>1</cp:revision>
  <dcterms:created xsi:type="dcterms:W3CDTF">2023-04-19T17:44:20Z</dcterms:created>
  <dcterms:modified xsi:type="dcterms:W3CDTF">2023-04-19T17:59:15Z</dcterms:modified>
</cp:coreProperties>
</file>